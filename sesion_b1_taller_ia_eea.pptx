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11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Duración: 10 minutos. Abrir Kahoot antes de que entren los participantes. Dejar que el ánimo suba, no apurar. Si no alcanza el tiempo al final, dejar disponible en el sitio como repaso.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minutos. Explicar que la sesión está diseñada para dos perfiles. No mezclar los casos de uso — cada una trabaja con lo que usa en su día a día. El objetivo es que todas salgan con al menos un uso aplicable al lunes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minutos. Ejecutar el prompt en vivo en ChatGPT. Pedir a Tatiana que evalúe el resultado: ¿qué cambiaría? Subrayar que la IA da el borrador — el criterio docente lo hace útil. Taizú puede observar y explorar el mismo prompt para su contexto en este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minutos. Cada docente elige el prompt que le resulte más útil. Taizú puede explorar el prompt A adaptado a su contexto (en lugar de situaciones clínicas, situaciones de pago). Pedir 1 resultado en voz alta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minutos. Este es el momento impacto para el equipo académico — equivalente al CSV en A1 y al Drive en C1. La IA ahora conoce los documentos reales de EEA. Pedir que cada una haga al menos una consulta propia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minutos. Taizú trabaja con el Excel ficticio que tiene la misma estructura que su archivo real. ChatGPT y Claude pueden leer archivos Excel. Recordar que no debe subir datos reales de alumnas — solo el ficticio de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minutos. Pedir que cada una diga en voz alta qué va a probar. Anotar en el chat del Meet para recordatorio. Recordar la fecha de B2: jueves 2 de julio a las 9:00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2D6B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1E2D6B">
              <a:alpha val="5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CAPACITACIÓN 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IA Aplicada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B1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para Material Didáctico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Gestión Administrativa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4114800" cy="36576"/>
          </a:xfrm>
          <a:prstGeom prst="rect">
            <a:avLst/>
          </a:prstGeom>
          <a:solidFill>
            <a:srgbClr val="F5C842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48640" y="3035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participantes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03580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383280" y="3035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hora 30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03580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217920" y="3035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· Google Meet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1E2D6B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77240" y="36210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85876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 Grageda  ·  Ingrid de la Cruz  ·  Alba Punte  ·  Taizú Tapia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Instructora: Liliana Bayona Castañeda  ·  TEM-EEA-001-2026</a:t>
            </a:r>
            <a:endParaRPr lang="en-US" sz="80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485CE55E-568B-A211-AA3B-0997EA3036BC}"/>
              </a:ext>
            </a:extLst>
          </p:cNvPr>
          <p:cNvSpPr/>
          <p:nvPr/>
        </p:nvSpPr>
        <p:spPr>
          <a:xfrm>
            <a:off x="6858000" y="-146304"/>
            <a:ext cx="2560320" cy="2560320"/>
          </a:xfrm>
          <a:prstGeom prst="ellipse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D32CD8EB-F680-AF64-D563-0070402A6A44}"/>
              </a:ext>
            </a:extLst>
          </p:cNvPr>
          <p:cNvSpPr/>
          <p:nvPr/>
        </p:nvSpPr>
        <p:spPr>
          <a:xfrm>
            <a:off x="6858000" y="1197864"/>
            <a:ext cx="1005840" cy="10058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1" name="Image 0" descr="/mnt/project/LOGO_4.png">
            <a:extLst>
              <a:ext uri="{FF2B5EF4-FFF2-40B4-BE49-F238E27FC236}">
                <a16:creationId xmlns:a16="http://schemas.microsoft.com/office/drawing/2014/main" id="{DAAFBE93-0D60-D0E7-F457-53E7A67A5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41348"/>
            <a:ext cx="685800" cy="6858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SESIÓN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bloques · 1 hora 30 minutos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7F7F9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6" name="Shape 4"/>
          <p:cNvSpPr/>
          <p:nvPr/>
        </p:nvSpPr>
        <p:spPr>
          <a:xfrm>
            <a:off x="438912" y="129844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350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3167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44752" y="13167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2336" y="1810512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 de entrada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54680" y="1115568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7F7F9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12" name="Shape 9"/>
          <p:cNvSpPr/>
          <p:nvPr/>
        </p:nvSpPr>
        <p:spPr>
          <a:xfrm>
            <a:off x="3319272" y="1298448"/>
            <a:ext cx="420624" cy="420624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3350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13048" y="13167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25112" y="13167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82696" y="1810512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 IA en tu área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035040" y="1115568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7F7F9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18" name="Shape 14"/>
          <p:cNvSpPr/>
          <p:nvPr/>
        </p:nvSpPr>
        <p:spPr>
          <a:xfrm>
            <a:off x="6199632" y="1298448"/>
            <a:ext cx="420624" cy="420624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3350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93408" y="13167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205472" y="13167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63056" y="1810512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clase diferenciada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274320" y="3035808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7F7F9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24" name="Shape 19"/>
          <p:cNvSpPr/>
          <p:nvPr/>
        </p:nvSpPr>
        <p:spPr>
          <a:xfrm>
            <a:off x="438912" y="3218688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5526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" y="32369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444752" y="3236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02336" y="3730752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y rúbrica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154680" y="3035808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7F7F9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30" name="Shape 24"/>
          <p:cNvSpPr/>
          <p:nvPr/>
        </p:nvSpPr>
        <p:spPr>
          <a:xfrm>
            <a:off x="3319272" y="3218688"/>
            <a:ext cx="420624" cy="420624"/>
          </a:xfrm>
          <a:prstGeom prst="ellipse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25526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13048" y="32369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325112" y="3236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282696" y="3730752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impacto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035040" y="3035808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7F7F9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36" name="Shape 29"/>
          <p:cNvSpPr/>
          <p:nvPr/>
        </p:nvSpPr>
        <p:spPr>
          <a:xfrm>
            <a:off x="6199632" y="3218688"/>
            <a:ext cx="420624" cy="420624"/>
          </a:xfrm>
          <a:prstGeom prst="ellipse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255264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93408" y="32369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7205472" y="3236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163056" y="3730752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compromiso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Sesión B1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//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 de entrada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2486" y="13441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al inicio y no al final?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32486" y="17373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6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la resistencia inicial y activa el modo aprendizaje
</a:t>
            </a: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6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Repasa los fundamentos de la Sesión 0 antes de practicar
</a:t>
            </a: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6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competencia sana y energía positiva desde el primer minuto
</a:t>
            </a: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6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evaluación — es arranque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18438" y="1252728"/>
            <a:ext cx="3200400" cy="2697480"/>
          </a:xfrm>
          <a:prstGeom prst="roundRect">
            <a:avLst>
              <a:gd name="adj" fmla="val 4068"/>
            </a:avLst>
          </a:prstGeom>
          <a:solidFill>
            <a:srgbClr val="121B3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038" y="14356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9878" y="20299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preguntas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509878" y="25328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fundamentos de 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9C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Sesión 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75638" y="32918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5C842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4" name="Text 10"/>
          <p:cNvSpPr/>
          <p:nvPr/>
        </p:nvSpPr>
        <p:spPr>
          <a:xfrm>
            <a:off x="5875638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kahoot.it →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00 · Kahoot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la IA por tu área?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78992"/>
            <a:ext cx="4114800" cy="3547872"/>
          </a:xfrm>
          <a:prstGeom prst="roundRect">
            <a:avLst>
              <a:gd name="adj" fmla="val 2577"/>
            </a:avLst>
          </a:prstGeom>
          <a:solidFill>
            <a:srgbClr val="F5F3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000"/>
          </a:p>
        </p:txBody>
      </p:sp>
      <p:sp>
        <p:nvSpPr>
          <p:cNvPr id="8" name="Shape 5"/>
          <p:cNvSpPr/>
          <p:nvPr/>
        </p:nvSpPr>
        <p:spPr>
          <a:xfrm>
            <a:off x="320040" y="1078992"/>
            <a:ext cx="4114800" cy="54864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9" name="Shape 6"/>
          <p:cNvSpPr/>
          <p:nvPr/>
        </p:nvSpPr>
        <p:spPr>
          <a:xfrm>
            <a:off x="512064" y="1188720"/>
            <a:ext cx="420624" cy="420624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2529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11887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 · Ingrid · Alba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24128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Académica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de clase diferenciadas por nivel
</a:t>
            </a: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y rúbricas de evaluación
</a:t>
            </a: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personalizado para alumnas
</a:t>
            </a: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de EEA como fuente para la IA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09160" y="1078992"/>
            <a:ext cx="4114800" cy="3547872"/>
          </a:xfrm>
          <a:prstGeom prst="roundRect">
            <a:avLst>
              <a:gd name="adj" fmla="val 2577"/>
            </a:avLst>
          </a:prstGeom>
          <a:solidFill>
            <a:srgbClr val="F0FD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15" name="Shape 11"/>
          <p:cNvSpPr/>
          <p:nvPr/>
        </p:nvSpPr>
        <p:spPr>
          <a:xfrm>
            <a:off x="4709160" y="1078992"/>
            <a:ext cx="4114800" cy="5486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6" name="Shape 12"/>
          <p:cNvSpPr/>
          <p:nvPr/>
        </p:nvSpPr>
        <p:spPr>
          <a:xfrm>
            <a:off x="4901184" y="1188720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 sz="20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252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13248" y="11887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Taizú Tapia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13248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Administrativa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89204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 estado de la base de alumnas
</a:t>
            </a: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mensajes de cobro y recordatorio
</a:t>
            </a: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resúmenes de morosidad para reportar
</a:t>
            </a: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consultas frecuentes sobre pagos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01 · Contexto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clase diferenciada por nivel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8" name="Text 5"/>
          <p:cNvSpPr/>
          <p:nvPr/>
        </p:nvSpPr>
        <p:spPr>
          <a:xfrm>
            <a:off x="457200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 · Ingrid · Alba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de práctica: Micropunción con Dermapen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792224"/>
            <a:ext cx="8229600" cy="2011680"/>
          </a:xfrm>
          <a:prstGeom prst="roundRect">
            <a:avLst>
              <a:gd name="adj" fmla="val 2727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1" name="Shape 8"/>
          <p:cNvSpPr/>
          <p:nvPr/>
        </p:nvSpPr>
        <p:spPr>
          <a:xfrm>
            <a:off x="457200" y="1792224"/>
            <a:ext cx="45720" cy="201168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2" name="Text 9"/>
          <p:cNvSpPr/>
          <p:nvPr/>
        </p:nvSpPr>
        <p:spPr>
          <a:xfrm>
            <a:off x="585216" y="1792224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Eres una diseñadora instruccional especializada en formación de estética avanzada. Usando el tema "Micropunción con Dermapen: preparación, procedimiento y contraindicaciones", crea una guía de clase para una sesión de 60 minutos con DOS versiones diferenciadas: una para alumnas en nivel PRINCIPIANTE (primera vez que ven el tema) y otra para nivel AVANZADO (ya realizaron procedimientos básicos). Para cada versión incluye: objetivo de la sesión, 3 actividades concretas con tiempos, y un caso práctico. Formato claro, lenguaje profesional, en español.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877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observar: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1513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IA adaptó el lenguaje y la dificultad entre niveles?  </a:t>
            </a:r>
            <a:r>
              <a:rPr lang="en-US" sz="14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¿Las actividades son aplicables en EEA?  </a:t>
            </a:r>
            <a:r>
              <a:rPr lang="en-US" sz="14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Anota al menos 2 ajustes con tu criterio docente.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02 · Guía de Clase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y rúbrica desde material real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minutos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457200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 · Ingrid · Alba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quiz de evaluación de Micropunción (20 preguntas)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792224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1" name="Shape 8"/>
          <p:cNvSpPr/>
          <p:nvPr/>
        </p:nvSpPr>
        <p:spPr>
          <a:xfrm>
            <a:off x="457200" y="1792224"/>
            <a:ext cx="45720" cy="148132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2" name="Text 9"/>
          <p:cNvSpPr/>
          <p:nvPr/>
        </p:nvSpPr>
        <p:spPr>
          <a:xfrm>
            <a:off x="585216" y="1792224"/>
            <a:ext cx="38404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 — Ejercicios prácticos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del quiz de evaluación de Micropunción, genera 5 ejercicios prácticos (no memorización, sino situaciones reales a resolver). Cada uno: situación clínica · decisión de la alumna · por qué es importante.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92224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4" name="Shape 11"/>
          <p:cNvSpPr/>
          <p:nvPr/>
        </p:nvSpPr>
        <p:spPr>
          <a:xfrm>
            <a:off x="4663440" y="1792224"/>
            <a:ext cx="45720" cy="1481328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5" name="Text 12"/>
          <p:cNvSpPr/>
          <p:nvPr/>
        </p:nvSpPr>
        <p:spPr>
          <a:xfrm>
            <a:off x="4791456" y="1792224"/>
            <a:ext cx="38404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 — Rúbrica de evaluación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rúbrica con 5 criterios clave de la micropunción facial, con 3 niveles de desempeño (logrado / en proceso / no logrado) y descriptores concretos para cada nivel.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45720" cy="1298448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8" name="Text 15"/>
          <p:cNvSpPr/>
          <p:nvPr/>
        </p:nvSpPr>
        <p:spPr>
          <a:xfrm>
            <a:off x="640080" y="3474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 de criterio docente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3749040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da una primera versión — tú la ajustas. El valor está en usarla como borrador rápido que perfeccionas con lo que sabes de tus alumnas. Haz al menos 2 cambios manuales al resultado.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03 · Ejercicios y Rúbrica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 MOMENTO IMPACTO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con documentos reales de EEA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09882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8" name="Text 5"/>
          <p:cNvSpPr/>
          <p:nvPr/>
        </p:nvSpPr>
        <p:spPr>
          <a:xfrm>
            <a:off x="457200" y="110988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 · Ingrid · Alba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89074"/>
            <a:ext cx="347472" cy="347472"/>
          </a:xfrm>
          <a:prstGeom prst="ellipse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0" name="Text 7"/>
          <p:cNvSpPr/>
          <p:nvPr/>
        </p:nvSpPr>
        <p:spPr>
          <a:xfrm>
            <a:off x="457200" y="15890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" y="157993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NotebookLM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2688" y="181767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notebooklm.google.com — crear notebook EEA Micropuncion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210866"/>
            <a:ext cx="347472" cy="347472"/>
          </a:xfrm>
          <a:prstGeom prst="ellipse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4" name="Text 11"/>
          <p:cNvSpPr/>
          <p:nvPr/>
        </p:nvSpPr>
        <p:spPr>
          <a:xfrm>
            <a:off x="457200" y="22108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32688" y="220172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los documentos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2688" y="243946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de Micropunción + DOCX del quiz de evaluación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832658"/>
            <a:ext cx="347472" cy="347472"/>
          </a:xfrm>
          <a:prstGeom prst="ellipse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8" name="Text 15"/>
          <p:cNvSpPr/>
          <p:nvPr/>
        </p:nvSpPr>
        <p:spPr>
          <a:xfrm>
            <a:off x="457200" y="283265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2688" y="282351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en el chat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2688" y="306125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las preguntas de práctica de abajo directamente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505610"/>
            <a:ext cx="8229600" cy="755494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3200"/>
          </a:p>
        </p:txBody>
      </p:sp>
      <p:sp>
        <p:nvSpPr>
          <p:cNvPr id="22" name="Shape 19"/>
          <p:cNvSpPr/>
          <p:nvPr/>
        </p:nvSpPr>
        <p:spPr>
          <a:xfrm>
            <a:off x="457200" y="3505610"/>
            <a:ext cx="45720" cy="755494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3200"/>
          </a:p>
        </p:txBody>
      </p:sp>
      <p:sp>
        <p:nvSpPr>
          <p:cNvPr id="23" name="Text 20"/>
          <p:cNvSpPr/>
          <p:nvPr/>
        </p:nvSpPr>
        <p:spPr>
          <a:xfrm>
            <a:off x="585216" y="3505610"/>
            <a:ext cx="8046720" cy="755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Prompts: 1) Resume las 3 contraindicaciones absolutas que una alumna debe memorizar antes de practicar.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¿En qué temas puede confundirse más fácilmente una alumna según el quiz? Explica brevemente cada uno.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Genera un resumen de una página del protocolo completo para enviar como repaso antes de la evaluación.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04 · NotebookLM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 MOMENTO IMPACTO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o Claude con la base de alumnas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8" name="Text 5"/>
          <p:cNvSpPr/>
          <p:nvPr/>
        </p:nvSpPr>
        <p:spPr>
          <a:xfrm>
            <a:off x="457200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Taizú Tapia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el Excel de práctica a ChatGPT o Claude y ejecuta estos prompts: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1005840" cy="356616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estado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72768" y="1792224"/>
            <a:ext cx="7132320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3" name="Shape 10"/>
          <p:cNvSpPr/>
          <p:nvPr/>
        </p:nvSpPr>
        <p:spPr>
          <a:xfrm>
            <a:off x="1572768" y="1792224"/>
            <a:ext cx="45720" cy="65836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4" name="Text 11"/>
          <p:cNvSpPr/>
          <p:nvPr/>
        </p:nvSpPr>
        <p:spPr>
          <a:xfrm>
            <a:off x="1700784" y="179222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este archivo de alumnas de EEA. Dime cuántas están en mora, al día y con cambio de pago solicitado. Muestra el resumen en tabla e incluye el monto total pendiente de cobro.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59354"/>
            <a:ext cx="1005840" cy="356616"/>
          </a:xfrm>
          <a:prstGeom prst="roundRect">
            <a:avLst>
              <a:gd name="adj" fmla="val 17857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6" name="Text 13"/>
          <p:cNvSpPr/>
          <p:nvPr/>
        </p:nvSpPr>
        <p:spPr>
          <a:xfrm>
            <a:off x="457200" y="291421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de cobro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572768" y="2706624"/>
            <a:ext cx="7132320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8" name="Shape 15"/>
          <p:cNvSpPr/>
          <p:nvPr/>
        </p:nvSpPr>
        <p:spPr>
          <a:xfrm>
            <a:off x="1572768" y="2706624"/>
            <a:ext cx="45720" cy="658368"/>
          </a:xfrm>
          <a:prstGeom prst="rect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19" name="Text 16"/>
          <p:cNvSpPr/>
          <p:nvPr/>
        </p:nvSpPr>
        <p:spPr>
          <a:xfrm>
            <a:off x="1700784" y="270662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alumna en mora, redacta un mensaje de WhatsApp cordial recordándole su cuota pendiente. Tono amable, no amenazante. Máximo 60 palabras por mensaje. Incluye nombre y curso.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82898"/>
            <a:ext cx="1005840" cy="347472"/>
          </a:xfrm>
          <a:prstGeom prst="roundRect">
            <a:avLst>
              <a:gd name="adj" fmla="val 17857"/>
            </a:avLst>
          </a:prstGeom>
          <a:solidFill>
            <a:srgbClr val="5B21B6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21" name="Text 18"/>
          <p:cNvSpPr/>
          <p:nvPr/>
        </p:nvSpPr>
        <p:spPr>
          <a:xfrm>
            <a:off x="457200" y="378289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estándar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572768" y="3621024"/>
            <a:ext cx="7132320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23" name="Shape 20"/>
          <p:cNvSpPr/>
          <p:nvPr/>
        </p:nvSpPr>
        <p:spPr>
          <a:xfrm>
            <a:off x="1572768" y="3621024"/>
            <a:ext cx="45720" cy="658368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s-PE" sz="2000"/>
          </a:p>
        </p:txBody>
      </p:sp>
      <p:sp>
        <p:nvSpPr>
          <p:cNvPr id="24" name="Text 21"/>
          <p:cNvSpPr/>
          <p:nvPr/>
        </p:nvSpPr>
        <p:spPr>
          <a:xfrm>
            <a:off x="1700784" y="362102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alumna pide cambiar su método de pago. Redacta una respuesta estándar que confirme que se tomará nota y se informará en 24 horas. Tono cálido y profesional.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49811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s-PE" sz="1300"/>
          </a:p>
        </p:txBody>
      </p:sp>
      <p:sp>
        <p:nvSpPr>
          <p:cNvPr id="26" name="Shape 23"/>
          <p:cNvSpPr/>
          <p:nvPr/>
        </p:nvSpPr>
        <p:spPr>
          <a:xfrm>
            <a:off x="457200" y="4498110"/>
            <a:ext cx="4572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PE" sz="1300"/>
          </a:p>
        </p:txBody>
      </p:sp>
      <p:sp>
        <p:nvSpPr>
          <p:cNvPr id="27" name="Text 24"/>
          <p:cNvSpPr/>
          <p:nvPr/>
        </p:nvSpPr>
        <p:spPr>
          <a:xfrm>
            <a:off x="621792" y="449811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 sigue siendo tuyo — la IA reduce el tiempo manual de revisar, clasificar y redactar uno por uno.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04 · Base de Alumnas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641623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compromiso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12064"/>
            <a:ext cx="176447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824" y="502920"/>
            <a:ext cx="9624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7218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participante declara en voz alta: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426464"/>
            <a:ext cx="1989034" cy="347472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9" name="Text 6"/>
          <p:cNvSpPr/>
          <p:nvPr/>
        </p:nvSpPr>
        <p:spPr>
          <a:xfrm>
            <a:off x="393192" y="1426464"/>
            <a:ext cx="18607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426464"/>
            <a:ext cx="2991571" cy="347472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11" name="Text 8"/>
          <p:cNvSpPr/>
          <p:nvPr/>
        </p:nvSpPr>
        <p:spPr>
          <a:xfrm>
            <a:off x="2679192" y="1426464"/>
            <a:ext cx="286324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probarás esta semana con IA?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426464"/>
            <a:ext cx="2991571" cy="347472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 sz="2800"/>
          </a:p>
        </p:txBody>
      </p:sp>
      <p:sp>
        <p:nvSpPr>
          <p:cNvPr id="13" name="Text 10"/>
          <p:cNvSpPr/>
          <p:nvPr/>
        </p:nvSpPr>
        <p:spPr>
          <a:xfrm>
            <a:off x="6108192" y="1426464"/>
            <a:ext cx="286324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archivo o documento usarás?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1773936"/>
            <a:ext cx="198903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2"/>
          <p:cNvSpPr/>
          <p:nvPr/>
        </p:nvSpPr>
        <p:spPr>
          <a:xfrm>
            <a:off x="2606040" y="1773936"/>
            <a:ext cx="29915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16" name="Shape 13"/>
          <p:cNvSpPr/>
          <p:nvPr/>
        </p:nvSpPr>
        <p:spPr>
          <a:xfrm>
            <a:off x="6035040" y="1773936"/>
            <a:ext cx="29915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17" name="Text 14"/>
          <p:cNvSpPr/>
          <p:nvPr/>
        </p:nvSpPr>
        <p:spPr>
          <a:xfrm>
            <a:off x="393192" y="1773936"/>
            <a:ext cx="186070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 Grageda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2304288"/>
            <a:ext cx="1989034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6"/>
          <p:cNvSpPr/>
          <p:nvPr/>
        </p:nvSpPr>
        <p:spPr>
          <a:xfrm>
            <a:off x="2606040" y="2304288"/>
            <a:ext cx="2991571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20" name="Shape 17"/>
          <p:cNvSpPr/>
          <p:nvPr/>
        </p:nvSpPr>
        <p:spPr>
          <a:xfrm>
            <a:off x="6035040" y="2304288"/>
            <a:ext cx="2991571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21" name="Text 18"/>
          <p:cNvSpPr/>
          <p:nvPr/>
        </p:nvSpPr>
        <p:spPr>
          <a:xfrm>
            <a:off x="393192" y="2304288"/>
            <a:ext cx="186070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Ingrid de la Cruz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" y="2834640"/>
            <a:ext cx="198903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0"/>
          <p:cNvSpPr/>
          <p:nvPr/>
        </p:nvSpPr>
        <p:spPr>
          <a:xfrm>
            <a:off x="2606040" y="2834640"/>
            <a:ext cx="29915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24" name="Shape 21"/>
          <p:cNvSpPr/>
          <p:nvPr/>
        </p:nvSpPr>
        <p:spPr>
          <a:xfrm>
            <a:off x="6035040" y="2834640"/>
            <a:ext cx="29915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25" name="Text 22"/>
          <p:cNvSpPr/>
          <p:nvPr/>
        </p:nvSpPr>
        <p:spPr>
          <a:xfrm>
            <a:off x="393192" y="2834640"/>
            <a:ext cx="186070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Punte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3364992"/>
            <a:ext cx="1989034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4"/>
          <p:cNvSpPr/>
          <p:nvPr/>
        </p:nvSpPr>
        <p:spPr>
          <a:xfrm>
            <a:off x="2606040" y="3364992"/>
            <a:ext cx="2991571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28" name="Shape 25"/>
          <p:cNvSpPr/>
          <p:nvPr/>
        </p:nvSpPr>
        <p:spPr>
          <a:xfrm>
            <a:off x="6035040" y="3364992"/>
            <a:ext cx="2991571" cy="512064"/>
          </a:xfrm>
          <a:prstGeom prst="rect">
            <a:avLst/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 sz="2800"/>
          </a:p>
        </p:txBody>
      </p:sp>
      <p:sp>
        <p:nvSpPr>
          <p:cNvPr id="29" name="Text 26"/>
          <p:cNvSpPr/>
          <p:nvPr/>
        </p:nvSpPr>
        <p:spPr>
          <a:xfrm>
            <a:off x="393192" y="3364992"/>
            <a:ext cx="186070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Taizú Tapia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0040" y="4041648"/>
            <a:ext cx="7458877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Shape 28"/>
          <p:cNvSpPr/>
          <p:nvPr/>
        </p:nvSpPr>
        <p:spPr>
          <a:xfrm>
            <a:off x="320040" y="4041648"/>
            <a:ext cx="45719" cy="74980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502920" y="4114800"/>
            <a:ext cx="705786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Sesión B2  —  Jueves 2 de julio · 09:00–10:30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4352544"/>
            <a:ext cx="705786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Revisamos resultados reales: qué funcionó, qué ajustar en los prompts. Cada participante debe traer al menos un ejemplo de uso que haya hecho durante la semana.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Vitaminas Tecnológicas  ·  @vitaminas_tecnologicas  ·  TEM-EEA-001-2026  ·  Bloque 05 · Cierre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E2D6B">
              <a:alpha val="5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LA SESIÓN B1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5078" y="68999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rápidos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3638" y="1348364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A5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6" name="Shape 4"/>
          <p:cNvSpPr/>
          <p:nvPr/>
        </p:nvSpPr>
        <p:spPr>
          <a:xfrm>
            <a:off x="1138310" y="1512956"/>
            <a:ext cx="1133856" cy="1133856"/>
          </a:xfrm>
          <a:prstGeom prst="ellipse">
            <a:avLst/>
          </a:prstGeom>
          <a:solidFill>
            <a:srgbClr val="10A37F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7" name="Text 5"/>
          <p:cNvSpPr/>
          <p:nvPr/>
        </p:nvSpPr>
        <p:spPr>
          <a:xfrm>
            <a:off x="1138310" y="1512956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5078" y="27931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5078" y="31040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5078" y="33417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de clase, ejercicios, rúbricas y análisis de archivos Excel.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838" y="405498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2" name="Text 10"/>
          <p:cNvSpPr/>
          <p:nvPr/>
        </p:nvSpPr>
        <p:spPr>
          <a:xfrm>
            <a:off x="790838" y="40549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chatgpt.com 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3998" y="1348364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A5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14" name="Shape 12"/>
          <p:cNvSpPr/>
          <p:nvPr/>
        </p:nvSpPr>
        <p:spPr>
          <a:xfrm>
            <a:off x="4018670" y="1512956"/>
            <a:ext cx="1133856" cy="113385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5" name="Text 13"/>
          <p:cNvSpPr/>
          <p:nvPr/>
        </p:nvSpPr>
        <p:spPr>
          <a:xfrm>
            <a:off x="4018670" y="1512956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305438" y="27931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05438" y="31040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05438" y="33417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documentos reales de EEA y consúltalos con 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71198" y="405498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0" name="Text 18"/>
          <p:cNvSpPr/>
          <p:nvPr/>
        </p:nvSpPr>
        <p:spPr>
          <a:xfrm>
            <a:off x="3671198" y="40549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notebooklm.google.com →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4358" y="1348364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A5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22" name="Shape 20"/>
          <p:cNvSpPr/>
          <p:nvPr/>
        </p:nvSpPr>
        <p:spPr>
          <a:xfrm>
            <a:off x="6899030" y="1512956"/>
            <a:ext cx="1133856" cy="1133856"/>
          </a:xfrm>
          <a:prstGeom prst="ellipse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3" name="Text 21"/>
          <p:cNvSpPr/>
          <p:nvPr/>
        </p:nvSpPr>
        <p:spPr>
          <a:xfrm>
            <a:off x="6899030" y="1512956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185798" y="27931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85798" y="31040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85798" y="33417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Redacción formal, documentos largos y análisis de archivos Excel (plan Pro).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51558" y="405498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5C84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8" name="Text 26"/>
          <p:cNvSpPr/>
          <p:nvPr/>
        </p:nvSpPr>
        <p:spPr>
          <a:xfrm>
            <a:off x="6551558" y="40549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→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Liliana Bayona Castañeda  ·  Vitaminas Tecnológicas  ·  @vitaminas_tecnologicas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1439</Words>
  <Application>Microsoft Macintosh PowerPoint</Application>
  <PresentationFormat>Presentación en pantalla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B1 · Taller de IA Aplicada · EEA</dc:title>
  <dc:subject>PptxGenJS Presentation</dc:subject>
  <dc:creator>Liliana Bayona Castañeda</dc:creator>
  <cp:lastModifiedBy>Liliana Bayona</cp:lastModifiedBy>
  <cp:revision>4</cp:revision>
  <dcterms:created xsi:type="dcterms:W3CDTF">2026-06-25T06:55:34Z</dcterms:created>
  <dcterms:modified xsi:type="dcterms:W3CDTF">2026-06-25T07:11:13Z</dcterms:modified>
</cp:coreProperties>
</file>